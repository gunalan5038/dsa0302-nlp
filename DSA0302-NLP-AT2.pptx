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60" r:id="rId4"/>
    <p:sldId id="263" r:id="rId5"/>
    <p:sldId id="264" r:id="rId6"/>
    <p:sldId id="270" r:id="rId7"/>
    <p:sldId id="272" r:id="rId8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55AEBA-E4A3-4E54-9BE3-AA098E5922CD}" v="21" dt="2026-07-15T04:58:58.817"/>
  </p1510:revLst>
</p1510:revInfo>
</file>

<file path=ppt/tableStyles.xml><?xml version="1.0" encoding="utf-8"?>
<a:tblStyleLst xmlns:a="http://schemas.openxmlformats.org/drawingml/2006/main" def="{90651C3A-4460-11DB-9652-00E08161165F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nalan V" userId="d819714e925161a0" providerId="LiveId" clId="{BD946E39-BCB5-4AC0-B22F-B5F5A7195776}"/>
    <pc:docChg chg="custSel addSld delSld modSld sldOrd">
      <pc:chgData name="gunalan V" userId="d819714e925161a0" providerId="LiveId" clId="{BD946E39-BCB5-4AC0-B22F-B5F5A7195776}" dt="2026-07-15T05:34:44.596" v="254" actId="12"/>
      <pc:docMkLst>
        <pc:docMk/>
      </pc:docMkLst>
      <pc:sldChg chg="addSp modSp mod">
        <pc:chgData name="gunalan V" userId="d819714e925161a0" providerId="LiveId" clId="{BD946E39-BCB5-4AC0-B22F-B5F5A7195776}" dt="2026-07-15T04:19:01.449" v="98" actId="113"/>
        <pc:sldMkLst>
          <pc:docMk/>
          <pc:sldMk cId="0" sldId="256"/>
        </pc:sldMkLst>
        <pc:spChg chg="add mod">
          <ac:chgData name="gunalan V" userId="d819714e925161a0" providerId="LiveId" clId="{BD946E39-BCB5-4AC0-B22F-B5F5A7195776}" dt="2026-07-15T04:18:11.810" v="78" actId="1076"/>
          <ac:spMkLst>
            <pc:docMk/>
            <pc:sldMk cId="0" sldId="256"/>
            <ac:spMk id="2" creationId="{46E048A0-97C4-3F36-C8B8-34007B5C55AA}"/>
          </ac:spMkLst>
        </pc:spChg>
        <pc:spChg chg="mod">
          <ac:chgData name="gunalan V" userId="d819714e925161a0" providerId="LiveId" clId="{BD946E39-BCB5-4AC0-B22F-B5F5A7195776}" dt="2026-07-15T04:18:23.670" v="80" actId="2711"/>
          <ac:spMkLst>
            <pc:docMk/>
            <pc:sldMk cId="0" sldId="256"/>
            <ac:spMk id="4101" creationId="{00000000-0000-0000-0000-000000000000}"/>
          </ac:spMkLst>
        </pc:spChg>
        <pc:spChg chg="mod">
          <ac:chgData name="gunalan V" userId="d819714e925161a0" providerId="LiveId" clId="{BD946E39-BCB5-4AC0-B22F-B5F5A7195776}" dt="2026-07-15T04:19:01.449" v="98" actId="113"/>
          <ac:spMkLst>
            <pc:docMk/>
            <pc:sldMk cId="0" sldId="256"/>
            <ac:spMk id="4102" creationId="{00000000-0000-0000-0000-000000000000}"/>
          </ac:spMkLst>
        </pc:spChg>
        <pc:spChg chg="mod">
          <ac:chgData name="gunalan V" userId="d819714e925161a0" providerId="LiveId" clId="{BD946E39-BCB5-4AC0-B22F-B5F5A7195776}" dt="2026-07-15T04:18:14.172" v="79" actId="20577"/>
          <ac:spMkLst>
            <pc:docMk/>
            <pc:sldMk cId="0" sldId="256"/>
            <ac:spMk id="4104" creationId="{00000000-0000-0000-0000-000000000000}"/>
          </ac:spMkLst>
        </pc:spChg>
      </pc:sldChg>
      <pc:sldChg chg="modSp mod">
        <pc:chgData name="gunalan V" userId="d819714e925161a0" providerId="LiveId" clId="{BD946E39-BCB5-4AC0-B22F-B5F5A7195776}" dt="2026-07-15T05:34:44.596" v="254" actId="12"/>
        <pc:sldMkLst>
          <pc:docMk/>
          <pc:sldMk cId="2276938846" sldId="258"/>
        </pc:sldMkLst>
        <pc:spChg chg="mod">
          <ac:chgData name="gunalan V" userId="d819714e925161a0" providerId="LiveId" clId="{BD946E39-BCB5-4AC0-B22F-B5F5A7195776}" dt="2026-07-15T05:34:44.596" v="254" actId="12"/>
          <ac:spMkLst>
            <pc:docMk/>
            <pc:sldMk cId="2276938846" sldId="258"/>
            <ac:spMk id="3" creationId="{734F9B9B-D9B5-DF98-ACB3-48423903382D}"/>
          </ac:spMkLst>
        </pc:spChg>
      </pc:sldChg>
      <pc:sldChg chg="addSp delSp modSp mod">
        <pc:chgData name="gunalan V" userId="d819714e925161a0" providerId="LiveId" clId="{BD946E39-BCB5-4AC0-B22F-B5F5A7195776}" dt="2026-07-15T04:29:18.109" v="131" actId="12"/>
        <pc:sldMkLst>
          <pc:docMk/>
          <pc:sldMk cId="1083475764" sldId="260"/>
        </pc:sldMkLst>
        <pc:spChg chg="del mod">
          <ac:chgData name="gunalan V" userId="d819714e925161a0" providerId="LiveId" clId="{BD946E39-BCB5-4AC0-B22F-B5F5A7195776}" dt="2026-07-15T04:24:11.642" v="112"/>
          <ac:spMkLst>
            <pc:docMk/>
            <pc:sldMk cId="1083475764" sldId="260"/>
            <ac:spMk id="3" creationId="{E3BFDC97-37EA-C8BB-B933-7457129544A7}"/>
          </ac:spMkLst>
        </pc:spChg>
        <pc:spChg chg="mod">
          <ac:chgData name="gunalan V" userId="d819714e925161a0" providerId="LiveId" clId="{BD946E39-BCB5-4AC0-B22F-B5F5A7195776}" dt="2026-07-15T04:23:15.689" v="107" actId="2711"/>
          <ac:spMkLst>
            <pc:docMk/>
            <pc:sldMk cId="1083475764" sldId="260"/>
            <ac:spMk id="4" creationId="{9202E6A6-FF3C-1BBB-FCB8-57B4FDA77658}"/>
          </ac:spMkLst>
        </pc:spChg>
        <pc:spChg chg="add mod">
          <ac:chgData name="gunalan V" userId="d819714e925161a0" providerId="LiveId" clId="{BD946E39-BCB5-4AC0-B22F-B5F5A7195776}" dt="2026-07-15T04:29:18.109" v="131" actId="12"/>
          <ac:spMkLst>
            <pc:docMk/>
            <pc:sldMk cId="1083475764" sldId="260"/>
            <ac:spMk id="9" creationId="{1296323C-A29B-C4C2-B306-C07E8C48F6BA}"/>
          </ac:spMkLst>
        </pc:spChg>
        <pc:graphicFrameChg chg="add mod">
          <ac:chgData name="gunalan V" userId="d819714e925161a0" providerId="LiveId" clId="{BD946E39-BCB5-4AC0-B22F-B5F5A7195776}" dt="2026-07-15T04:24:00.110" v="110"/>
          <ac:graphicFrameMkLst>
            <pc:docMk/>
            <pc:sldMk cId="1083475764" sldId="260"/>
            <ac:graphicFrameMk id="2" creationId="{8FBB5499-25B9-3F99-9BB7-2BC5F125D1E5}"/>
          </ac:graphicFrameMkLst>
        </pc:graphicFrameChg>
        <pc:graphicFrameChg chg="add del mod">
          <ac:chgData name="gunalan V" userId="d819714e925161a0" providerId="LiveId" clId="{BD946E39-BCB5-4AC0-B22F-B5F5A7195776}" dt="2026-07-15T04:25:13.130" v="115" actId="478"/>
          <ac:graphicFrameMkLst>
            <pc:docMk/>
            <pc:sldMk cId="1083475764" sldId="260"/>
            <ac:graphicFrameMk id="7" creationId="{3F28D0FB-82BE-9582-4EC6-E09A3F12F767}"/>
          </ac:graphicFrameMkLst>
        </pc:graphicFrameChg>
        <pc:graphicFrameChg chg="add mod modGraphic">
          <ac:chgData name="gunalan V" userId="d819714e925161a0" providerId="LiveId" clId="{BD946E39-BCB5-4AC0-B22F-B5F5A7195776}" dt="2026-07-15T04:28:43.636" v="128" actId="1076"/>
          <ac:graphicFrameMkLst>
            <pc:docMk/>
            <pc:sldMk cId="1083475764" sldId="260"/>
            <ac:graphicFrameMk id="8" creationId="{7C1964C2-56B8-C767-6556-4EE1338A67DF}"/>
          </ac:graphicFrameMkLst>
        </pc:graphicFrameChg>
      </pc:sldChg>
      <pc:sldChg chg="modSp del mod ord">
        <pc:chgData name="gunalan V" userId="d819714e925161a0" providerId="LiveId" clId="{BD946E39-BCB5-4AC0-B22F-B5F5A7195776}" dt="2026-07-15T05:31:33.856" v="252" actId="47"/>
        <pc:sldMkLst>
          <pc:docMk/>
          <pc:sldMk cId="2167581152" sldId="261"/>
        </pc:sldMkLst>
        <pc:spChg chg="mod">
          <ac:chgData name="gunalan V" userId="d819714e925161a0" providerId="LiveId" clId="{BD946E39-BCB5-4AC0-B22F-B5F5A7195776}" dt="2026-07-15T04:43:44.335" v="159" actId="123"/>
          <ac:spMkLst>
            <pc:docMk/>
            <pc:sldMk cId="2167581152" sldId="261"/>
            <ac:spMk id="2" creationId="{CBAF8F35-933E-61F4-9E45-DD1569BD6694}"/>
          </ac:spMkLst>
        </pc:spChg>
        <pc:spChg chg="mod">
          <ac:chgData name="gunalan V" userId="d819714e925161a0" providerId="LiveId" clId="{BD946E39-BCB5-4AC0-B22F-B5F5A7195776}" dt="2026-07-15T04:42:49.877" v="151" actId="20577"/>
          <ac:spMkLst>
            <pc:docMk/>
            <pc:sldMk cId="2167581152" sldId="261"/>
            <ac:spMk id="7" creationId="{5C8FDA89-2EB1-C7B3-4854-787FBE85E388}"/>
          </ac:spMkLst>
        </pc:spChg>
      </pc:sldChg>
      <pc:sldChg chg="addSp delSp modSp mod">
        <pc:chgData name="gunalan V" userId="d819714e925161a0" providerId="LiveId" clId="{BD946E39-BCB5-4AC0-B22F-B5F5A7195776}" dt="2026-07-15T04:50:25.634" v="215" actId="1076"/>
        <pc:sldMkLst>
          <pc:docMk/>
          <pc:sldMk cId="2428214568" sldId="263"/>
        </pc:sldMkLst>
        <pc:spChg chg="del mod">
          <ac:chgData name="gunalan V" userId="d819714e925161a0" providerId="LiveId" clId="{BD946E39-BCB5-4AC0-B22F-B5F5A7195776}" dt="2026-07-15T04:45:17.105" v="168" actId="478"/>
          <ac:spMkLst>
            <pc:docMk/>
            <pc:sldMk cId="2428214568" sldId="263"/>
            <ac:spMk id="2" creationId="{20A7B979-BFCF-F1AA-FDBA-2B3CCBB18CCB}"/>
          </ac:spMkLst>
        </pc:spChg>
        <pc:spChg chg="mod">
          <ac:chgData name="gunalan V" userId="d819714e925161a0" providerId="LiveId" clId="{BD946E39-BCB5-4AC0-B22F-B5F5A7195776}" dt="2026-07-15T04:44:30.998" v="164" actId="20577"/>
          <ac:spMkLst>
            <pc:docMk/>
            <pc:sldMk cId="2428214568" sldId="263"/>
            <ac:spMk id="4" creationId="{7D811CE7-07C9-265D-E21B-7A1F567DE4A5}"/>
          </ac:spMkLst>
        </pc:spChg>
        <pc:spChg chg="add mod">
          <ac:chgData name="gunalan V" userId="d819714e925161a0" providerId="LiveId" clId="{BD946E39-BCB5-4AC0-B22F-B5F5A7195776}" dt="2026-07-15T04:50:25.634" v="215" actId="1076"/>
          <ac:spMkLst>
            <pc:docMk/>
            <pc:sldMk cId="2428214568" sldId="263"/>
            <ac:spMk id="8" creationId="{EDDB60DB-544F-8A9F-3164-EA5702C0135B}"/>
          </ac:spMkLst>
        </pc:spChg>
        <pc:picChg chg="add mod">
          <ac:chgData name="gunalan V" userId="d819714e925161a0" providerId="LiveId" clId="{BD946E39-BCB5-4AC0-B22F-B5F5A7195776}" dt="2026-07-15T04:47:56.273" v="173" actId="14100"/>
          <ac:picMkLst>
            <pc:docMk/>
            <pc:sldMk cId="2428214568" sldId="263"/>
            <ac:picMk id="7" creationId="{7772F775-A616-A4CF-FA4E-9EE500F78BA8}"/>
          </ac:picMkLst>
        </pc:picChg>
        <pc:picChg chg="add mod">
          <ac:chgData name="gunalan V" userId="d819714e925161a0" providerId="LiveId" clId="{BD946E39-BCB5-4AC0-B22F-B5F5A7195776}" dt="2026-07-15T04:50:16.301" v="214" actId="14100"/>
          <ac:picMkLst>
            <pc:docMk/>
            <pc:sldMk cId="2428214568" sldId="263"/>
            <ac:picMk id="10" creationId="{874E2AB9-7C25-F681-D444-F1502BBAE0BE}"/>
          </ac:picMkLst>
        </pc:picChg>
      </pc:sldChg>
      <pc:sldChg chg="modSp mod">
        <pc:chgData name="gunalan V" userId="d819714e925161a0" providerId="LiveId" clId="{BD946E39-BCB5-4AC0-B22F-B5F5A7195776}" dt="2026-07-15T04:53:19.339" v="223" actId="12"/>
        <pc:sldMkLst>
          <pc:docMk/>
          <pc:sldMk cId="3206553118" sldId="264"/>
        </pc:sldMkLst>
        <pc:spChg chg="mod">
          <ac:chgData name="gunalan V" userId="d819714e925161a0" providerId="LiveId" clId="{BD946E39-BCB5-4AC0-B22F-B5F5A7195776}" dt="2026-07-15T04:51:37.577" v="218" actId="2711"/>
          <ac:spMkLst>
            <pc:docMk/>
            <pc:sldMk cId="3206553118" sldId="264"/>
            <ac:spMk id="2" creationId="{D1DF434D-4114-29AB-9E02-0DABA31E5692}"/>
          </ac:spMkLst>
        </pc:spChg>
        <pc:spChg chg="mod">
          <ac:chgData name="gunalan V" userId="d819714e925161a0" providerId="LiveId" clId="{BD946E39-BCB5-4AC0-B22F-B5F5A7195776}" dt="2026-07-15T04:53:19.339" v="223" actId="12"/>
          <ac:spMkLst>
            <pc:docMk/>
            <pc:sldMk cId="3206553118" sldId="264"/>
            <ac:spMk id="3" creationId="{9E852865-AC00-D3C8-633A-31FC1880B1C7}"/>
          </ac:spMkLst>
        </pc:spChg>
      </pc:sldChg>
      <pc:sldChg chg="modSp mod">
        <pc:chgData name="gunalan V" userId="d819714e925161a0" providerId="LiveId" clId="{BD946E39-BCB5-4AC0-B22F-B5F5A7195776}" dt="2026-07-15T04:54:53.506" v="231" actId="5793"/>
        <pc:sldMkLst>
          <pc:docMk/>
          <pc:sldMk cId="128336497" sldId="270"/>
        </pc:sldMkLst>
        <pc:spChg chg="mod">
          <ac:chgData name="gunalan V" userId="d819714e925161a0" providerId="LiveId" clId="{BD946E39-BCB5-4AC0-B22F-B5F5A7195776}" dt="2026-07-15T04:54:53.506" v="231" actId="5793"/>
          <ac:spMkLst>
            <pc:docMk/>
            <pc:sldMk cId="128336497" sldId="270"/>
            <ac:spMk id="2" creationId="{A04F266E-862A-0802-2A3F-971F8875D454}"/>
          </ac:spMkLst>
        </pc:spChg>
        <pc:spChg chg="mod">
          <ac:chgData name="gunalan V" userId="d819714e925161a0" providerId="LiveId" clId="{BD946E39-BCB5-4AC0-B22F-B5F5A7195776}" dt="2026-07-15T04:54:32.835" v="227" actId="2711"/>
          <ac:spMkLst>
            <pc:docMk/>
            <pc:sldMk cId="128336497" sldId="270"/>
            <ac:spMk id="5" creationId="{8181E67C-AFF1-5A09-7F95-03C28AD26B61}"/>
          </ac:spMkLst>
        </pc:spChg>
      </pc:sldChg>
      <pc:sldChg chg="modSp add del mod ord">
        <pc:chgData name="gunalan V" userId="d819714e925161a0" providerId="LiveId" clId="{BD946E39-BCB5-4AC0-B22F-B5F5A7195776}" dt="2026-07-15T05:31:58.758" v="253" actId="47"/>
        <pc:sldMkLst>
          <pc:docMk/>
          <pc:sldMk cId="1279638601" sldId="273"/>
        </pc:sldMkLst>
        <pc:spChg chg="mod">
          <ac:chgData name="gunalan V" userId="d819714e925161a0" providerId="LiveId" clId="{BD946E39-BCB5-4AC0-B22F-B5F5A7195776}" dt="2026-07-15T04:59:11.551" v="247" actId="12"/>
          <ac:spMkLst>
            <pc:docMk/>
            <pc:sldMk cId="1279638601" sldId="273"/>
            <ac:spMk id="2" creationId="{2CF1F4F0-C580-0602-A8E7-3AF4CBB40E3C}"/>
          </ac:spMkLst>
        </pc:spChg>
        <pc:spChg chg="mod">
          <ac:chgData name="gunalan V" userId="d819714e925161a0" providerId="LiveId" clId="{BD946E39-BCB5-4AC0-B22F-B5F5A7195776}" dt="2026-07-15T04:58:45.892" v="244" actId="20577"/>
          <ac:spMkLst>
            <pc:docMk/>
            <pc:sldMk cId="1279638601" sldId="273"/>
            <ac:spMk id="5" creationId="{EF065119-9EFD-B5F3-EAE7-BC78FA37F685}"/>
          </ac:spMkLst>
        </pc:spChg>
      </pc:sldChg>
      <pc:sldChg chg="add del ord">
        <pc:chgData name="gunalan V" userId="d819714e925161a0" providerId="LiveId" clId="{BD946E39-BCB5-4AC0-B22F-B5F5A7195776}" dt="2026-07-15T04:58:09.219" v="235" actId="47"/>
        <pc:sldMkLst>
          <pc:docMk/>
          <pc:sldMk cId="3830879871" sldId="27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9A264A-B883-4A83-87BF-FA08AE155ACF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08121A-C4F6-4239-993D-7EB1B499F4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7480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8121A-C4F6-4239-993D-7EB1B499F46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5786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EA8CF-EC37-22E4-69B9-288B86E2D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A6EF56-09B6-4395-7A54-6BE49FB9C8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372F1-319E-3919-5726-2B2F08399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1236-D3C8-499D-9E56-FF5D990BB76F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20D93-DC4E-32F2-8A98-ABBA6E1BF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62A95-40BE-F536-9490-4BDB7C08C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79A76-96AD-4B57-8ECB-9F96F18E4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338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724D4-31E3-E6F5-F714-25F72398B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5C71F-B45D-12F6-BB2F-B3210FEEC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E2CA1-D22E-E42E-503B-9F26E5AA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1236-D3C8-499D-9E56-FF5D990BB76F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BC691-8DB0-D236-841E-8CB1A2484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97222-1E3C-E6AB-EB6D-F57C42187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79A76-96AD-4B57-8ECB-9F96F18E4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426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1300D-1BFF-5404-DA6B-BF5EFCD99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22DB16-53B4-7978-CFCB-5EECCAB5C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46E0D-A971-FFA7-BADC-8FAD671E9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1236-D3C8-499D-9E56-FF5D990BB76F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8F990-CA7F-1836-9A47-BAB9EE930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BC80E-64C1-B021-1868-0E883C414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79A76-96AD-4B57-8ECB-9F96F18E4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146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E2749-A453-3E8E-167E-A967C8BA0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F57A9-038F-E2D4-3B5A-12202D9DC2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5E342-A819-3EEA-A7C6-6C7E137C61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80CC3A-973D-113D-22CD-F5E29FB2C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1236-D3C8-499D-9E56-FF5D990BB76F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DB5F30-672F-A7C9-D8F8-A00079649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16F2B8-4B14-7C85-5714-1E08EBDFE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79A76-96AD-4B57-8ECB-9F96F18E4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1713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40C11-AE39-5BE5-8EC8-855A2428C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90619B-BB34-3634-5713-96D9A7058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6BD188-2837-92E7-BC1A-8FF2740589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7A316A-A8FF-EAD9-D6AA-5C91479DC8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46F55C-50FC-D6DA-1652-BFF53DA899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3CD241-DBA0-FE3C-B679-0D9F3FCD6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1236-D3C8-499D-9E56-FF5D990BB76F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E2105F-7322-2106-FBF9-3E2A06B69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6CF42-4722-FF78-DA19-DDC125BB1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79A76-96AD-4B57-8ECB-9F96F18E4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176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3A012-5AFC-99B4-AFBE-271C720F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3209A3-D59B-BB3C-CA02-3A45C733D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1236-D3C8-499D-9E56-FF5D990BB76F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1FE1FA-D5A5-DD66-F630-00E07F781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FDB0D6-C7C2-A15F-5E26-16CA8F8E0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79A76-96AD-4B57-8ECB-9F96F18E4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4606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65437B-B94F-98E4-0E14-D7EFDC55E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1236-D3C8-499D-9E56-FF5D990BB76F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8627B6-99A8-97D4-7E10-05EF259F6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F3E11-D0EC-B4AA-5422-1FA2E51B2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79A76-96AD-4B57-8ECB-9F96F18E4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5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1D468-2A3E-4367-8B04-E31A8AA5E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B0173-8E2A-B9BA-3485-C9D25D2F5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2DD843-44A9-5E59-C607-58352B925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93DEDB-6AD9-DE0D-2042-B650E7643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1236-D3C8-499D-9E56-FF5D990BB76F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84622-99B3-38AA-C73A-30EDA4D32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F745D-E97E-23FD-BB2A-0768F62B9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79A76-96AD-4B57-8ECB-9F96F18E4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296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A4CEE-BB02-5D10-7834-3816FA55B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5E3284-5135-46A7-3922-0953E200E7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9D94D2-46AF-4EF2-ECC0-E790E00793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F29002-556D-C099-2C2F-D9BF23E02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1236-D3C8-499D-9E56-FF5D990BB76F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64A3F-6454-F3DC-223D-791F45B99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41D423-EDEB-447B-1FA3-8D7F8B483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79A76-96AD-4B57-8ECB-9F96F18E4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44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555E2-7029-8559-D7C9-DEA875505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D523C3-ADCF-071D-3196-A5FC37391D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5CC4E-6BC6-C0EE-3646-EC5283637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1236-D3C8-499D-9E56-FF5D990BB76F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4839A-5C42-7177-2794-8F9C44CE5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264C7-380C-B704-F512-C833D6B76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79A76-96AD-4B57-8ECB-9F96F18E4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295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263377-BA49-5468-6B46-2CDBDC714A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58AE0C-41ED-BFF7-6392-36DEC4799F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0671E-8990-9B8F-F70F-2F7ADA30C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1236-D3C8-499D-9E56-FF5D990BB76F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AD368-9720-CAEF-3848-4340A1FE6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13CAA-5A62-8ED7-F8BE-EA617C945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79A76-96AD-4B57-8ECB-9F96F18E4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593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52A6C1-9B15-EA9C-D35B-04D6FF6B7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4CD0F0-2C94-C2DD-A2B5-A2F54F5DD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515CC-8A4A-E7EE-5FDD-A79A104D46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371236-D3C8-499D-9E56-FF5D990BB76F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987B0-1493-C9B6-868C-E38C021422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EA92A-83D4-4104-703A-760FB80D00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A79A76-96AD-4B57-8ECB-9F96F18E40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1907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oogle.com/" TargetMode="External"/><Relationship Id="rId5" Type="http://schemas.openxmlformats.org/officeDocument/2006/relationships/image" Target="../media/image4.emf"/><Relationship Id="rId4" Type="http://schemas.openxmlformats.org/officeDocument/2006/relationships/package" Target="../embeddings/Microsoft_Excel_Worksheet.xlsx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Google Shape;4101;p1"/>
          <p:cNvSpPr txBox="1"/>
          <p:nvPr/>
        </p:nvSpPr>
        <p:spPr>
          <a:xfrm>
            <a:off x="970762" y="3207736"/>
            <a:ext cx="103953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Efficient Regular Expression Patterns for Information Extraction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02" name="Google Shape;4102;p1"/>
          <p:cNvSpPr txBox="1"/>
          <p:nvPr/>
        </p:nvSpPr>
        <p:spPr>
          <a:xfrm>
            <a:off x="323088" y="4493290"/>
            <a:ext cx="43044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by:</a:t>
            </a:r>
            <a:endParaRPr lang="en-IN" sz="2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Dr. T. DEVI</a:t>
            </a:r>
            <a:endParaRPr dirty="0"/>
          </a:p>
        </p:txBody>
      </p:sp>
      <p:sp>
        <p:nvSpPr>
          <p:cNvPr id="4103" name="Google Shape;4103;p1"/>
          <p:cNvSpPr txBox="1"/>
          <p:nvPr/>
        </p:nvSpPr>
        <p:spPr>
          <a:xfrm>
            <a:off x="7772400" y="4484146"/>
            <a:ext cx="409642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192325038 - GUNALAN V 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04" name="Google Shape;4104;p1"/>
          <p:cNvSpPr txBox="1"/>
          <p:nvPr/>
        </p:nvSpPr>
        <p:spPr>
          <a:xfrm>
            <a:off x="1641987" y="2295696"/>
            <a:ext cx="890790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DSA0302 - Natural Language Processing</a:t>
            </a:r>
          </a:p>
          <a:p>
            <a:br>
              <a:rPr lang="en-IN" sz="3200" dirty="0"/>
            </a:br>
            <a:endParaRPr dirty="0"/>
          </a:p>
        </p:txBody>
      </p:sp>
      <p:pic>
        <p:nvPicPr>
          <p:cNvPr id="4105" name="Google Shape;410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78173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6E048A0-97C4-3F36-C8B8-34007B5C55AA}"/>
              </a:ext>
            </a:extLst>
          </p:cNvPr>
          <p:cNvSpPr txBox="1"/>
          <p:nvPr/>
        </p:nvSpPr>
        <p:spPr>
          <a:xfrm>
            <a:off x="5364480" y="2876249"/>
            <a:ext cx="18084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SLOT-A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F59C9-5B7D-71E0-07D5-068AF24C9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4F9B9B-D9B5-DF98-ACB3-48423903382D}"/>
              </a:ext>
            </a:extLst>
          </p:cNvPr>
          <p:cNvSpPr txBox="1"/>
          <p:nvPr/>
        </p:nvSpPr>
        <p:spPr>
          <a:xfrm>
            <a:off x="372101" y="1457119"/>
            <a:ext cx="1172420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What is a Regular Expression (Regex)?</a:t>
            </a: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A Regular Expression (Regex) is a sequence of characters used to search and match text patterns.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It helps extract structured information from unstructured text.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Regex is supported in many programming languages such as Python, Java, JavaScript, and C#. </a:t>
            </a:r>
          </a:p>
          <a:p>
            <a:endParaRPr lang="en-IN" sz="2400" b="1" dirty="0"/>
          </a:p>
          <a:p>
            <a:r>
              <a:rPr lang="en-IN" sz="2400" b="1" dirty="0"/>
              <a:t>Examples</a:t>
            </a: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Email Validation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Phone Number Extraction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URL Detection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Date Extraction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27CED7-705E-3F97-B456-C02FB4A69B3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5693" y="0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15CBAC-9C47-5A6D-C0F7-CD36B6EEF63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7915" y="74916"/>
            <a:ext cx="1348392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839C90-8BAF-03D2-5086-0BDFFCEF58EA}"/>
              </a:ext>
            </a:extLst>
          </p:cNvPr>
          <p:cNvSpPr txBox="1"/>
          <p:nvPr/>
        </p:nvSpPr>
        <p:spPr>
          <a:xfrm>
            <a:off x="4216102" y="570770"/>
            <a:ext cx="41806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276938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5D703-7E9C-BF25-482D-2919ADD4D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D0FBA2-4973-54FF-B9E1-37A3668279B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5693" y="0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1419C8-0176-BB58-1151-D5001FF2B0E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7915" y="74916"/>
            <a:ext cx="1348392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02E6A6-FF3C-1BBB-FCB8-57B4FDA77658}"/>
              </a:ext>
            </a:extLst>
          </p:cNvPr>
          <p:cNvSpPr txBox="1"/>
          <p:nvPr/>
        </p:nvSpPr>
        <p:spPr>
          <a:xfrm>
            <a:off x="2941362" y="42319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Regex Patterns</a:t>
            </a:r>
            <a:endParaRPr lang="en-IN" sz="3600" b="1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8FBB5499-25B9-3F99-9BB7-2BC5F125D1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8652591"/>
              </p:ext>
            </p:extLst>
          </p:nvPr>
        </p:nvGraphicFramePr>
        <p:xfrm>
          <a:off x="5481638" y="3241675"/>
          <a:ext cx="1227137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226997" imgH="373530" progId="Excel.Sheet.12">
                  <p:embed/>
                </p:oleObj>
              </mc:Choice>
              <mc:Fallback>
                <p:oleObj name="Worksheet" r:id="rId4" imgW="1226997" imgH="373530" progId="Excel.Sheet.12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8FBB5499-25B9-3F99-9BB7-2BC5F125D1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481638" y="3241675"/>
                        <a:ext cx="1227137" cy="373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C1964C2-56B8-C767-6556-4EE1338A67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226149"/>
              </p:ext>
            </p:extLst>
          </p:nvPr>
        </p:nvGraphicFramePr>
        <p:xfrm>
          <a:off x="568960" y="1560922"/>
          <a:ext cx="9997440" cy="2753359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3332480">
                  <a:extLst>
                    <a:ext uri="{9D8B030D-6E8A-4147-A177-3AD203B41FA5}">
                      <a16:colId xmlns:a16="http://schemas.microsoft.com/office/drawing/2014/main" val="3259325551"/>
                    </a:ext>
                  </a:extLst>
                </a:gridCol>
                <a:gridCol w="3332480">
                  <a:extLst>
                    <a:ext uri="{9D8B030D-6E8A-4147-A177-3AD203B41FA5}">
                      <a16:colId xmlns:a16="http://schemas.microsoft.com/office/drawing/2014/main" val="3263850758"/>
                    </a:ext>
                  </a:extLst>
                </a:gridCol>
                <a:gridCol w="3332480">
                  <a:extLst>
                    <a:ext uri="{9D8B030D-6E8A-4147-A177-3AD203B41FA5}">
                      <a16:colId xmlns:a16="http://schemas.microsoft.com/office/drawing/2014/main" val="2541531146"/>
                    </a:ext>
                  </a:extLst>
                </a:gridCol>
              </a:tblGrid>
              <a:tr h="425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Regex Pattern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4391746"/>
                  </a:ext>
                </a:extLst>
              </a:tr>
              <a:tr h="10500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[A-Za-z0-9._%+-]+@[A-Za-z0-9.-]+\.[A-Za-z]{2,}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student@gmail.com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2333462"/>
                  </a:ext>
                </a:extLst>
              </a:tr>
              <a:tr h="425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\d{10}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9876543210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6305474"/>
                  </a:ext>
                </a:extLst>
              </a:tr>
              <a:tr h="425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\d{2}/\d{2}/\d{4}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15/07/2026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7942163"/>
                  </a:ext>
                </a:extLst>
              </a:tr>
              <a:tr h="425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URL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https?://\S+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hlinkClick r:id="rId6"/>
                        </a:rPr>
                        <a:t>https://google.com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73826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296323C-A29B-C4C2-B306-C07E8C48F6BA}"/>
              </a:ext>
            </a:extLst>
          </p:cNvPr>
          <p:cNvSpPr txBox="1"/>
          <p:nvPr/>
        </p:nvSpPr>
        <p:spPr>
          <a:xfrm>
            <a:off x="457200" y="4532319"/>
            <a:ext cx="114198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dirty="0"/>
              <a:t>The table shows some of the most commonly used regular expression (Regex) patterns for extracting structured information from text. Each pattern is designed to identify a specific type of data, such as email addresses, phone numbers, dates, and URLs. For example, the email pattern matches valid email formats, the phone pattern identifies 10-digit phone numbers, the date pattern recognizes dates in the DD/MM/YYYY format, and the URL pattern detects web addresses beginning with </a:t>
            </a:r>
            <a:r>
              <a:rPr lang="en-IN" b="1" dirty="0"/>
              <a:t>http</a:t>
            </a:r>
            <a:r>
              <a:rPr lang="en-IN" dirty="0"/>
              <a:t> or </a:t>
            </a:r>
            <a:r>
              <a:rPr lang="en-IN" b="1" dirty="0"/>
              <a:t>https</a:t>
            </a:r>
            <a:r>
              <a:rPr lang="en-IN" dirty="0"/>
              <a:t>. These regex patterns are widely used in Natural Language Processing (NLP) for data validation, information extraction, text preprocessing, and automating the retrieval of meaningful information from unstructured text.</a:t>
            </a:r>
          </a:p>
        </p:txBody>
      </p:sp>
    </p:spTree>
    <p:extLst>
      <p:ext uri="{BB962C8B-B14F-4D97-AF65-F5344CB8AC3E}">
        <p14:creationId xmlns:p14="http://schemas.microsoft.com/office/powerpoint/2010/main" val="1083475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8563C-F40B-6B10-1659-E277B2209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A73140-0318-0D1E-F303-F13F438DB37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5693" y="0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1BB6AF-A013-85AA-8D17-5E006822338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7915" y="74916"/>
            <a:ext cx="1348392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811CE7-07C9-265D-E21B-7A1F567DE4A5}"/>
              </a:ext>
            </a:extLst>
          </p:cNvPr>
          <p:cNvSpPr txBox="1"/>
          <p:nvPr/>
        </p:nvSpPr>
        <p:spPr>
          <a:xfrm>
            <a:off x="1592827" y="440609"/>
            <a:ext cx="93406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		Python Implementation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72F775-A616-A4CF-FA4E-9EE500F78B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452633"/>
            <a:ext cx="6990080" cy="38000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DDB60DB-544F-8A9F-3164-EA5702C0135B}"/>
              </a:ext>
            </a:extLst>
          </p:cNvPr>
          <p:cNvSpPr txBox="1"/>
          <p:nvPr/>
        </p:nvSpPr>
        <p:spPr>
          <a:xfrm>
            <a:off x="95693" y="5405367"/>
            <a:ext cx="116895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What is the re Library?</a:t>
            </a:r>
          </a:p>
          <a:p>
            <a:r>
              <a:rPr lang="en-IN" b="1" dirty="0"/>
              <a:t>re</a:t>
            </a:r>
            <a:r>
              <a:rPr lang="en-IN" dirty="0"/>
              <a:t> stands for </a:t>
            </a:r>
            <a:r>
              <a:rPr lang="en-IN" b="1" dirty="0"/>
              <a:t>Regular Expression </a:t>
            </a:r>
            <a:r>
              <a:rPr lang="en-IN" dirty="0"/>
              <a:t>it also </a:t>
            </a:r>
            <a:r>
              <a:rPr lang="en-IN" b="1" dirty="0"/>
              <a:t>built-in Python library</a:t>
            </a:r>
            <a:r>
              <a:rPr lang="en-IN" dirty="0"/>
              <a:t> (no installation required). It provides functions to search, match, extract, and replace text patterns and It is widely used in </a:t>
            </a:r>
            <a:r>
              <a:rPr lang="en-IN" b="1" dirty="0"/>
              <a:t>Natural Language Processing (NLP)</a:t>
            </a:r>
            <a:r>
              <a:rPr lang="en-IN" dirty="0"/>
              <a:t> and </a:t>
            </a:r>
            <a:r>
              <a:rPr lang="en-IN" b="1" dirty="0"/>
              <a:t>text preprocessing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4E2AB9-7C25-F681-D444-F1502BBAE0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4400" y="1527549"/>
            <a:ext cx="4653280" cy="397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214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BE7F2-AB4F-0C9B-E44A-7401926D8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852865-AC00-D3C8-633A-31FC1880B1C7}"/>
              </a:ext>
            </a:extLst>
          </p:cNvPr>
          <p:cNvSpPr txBox="1"/>
          <p:nvPr/>
        </p:nvSpPr>
        <p:spPr>
          <a:xfrm>
            <a:off x="260505" y="1452633"/>
            <a:ext cx="1167098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Regular Expressions (Regex) are widely used to extract, validate, and process text data in various real-world applications.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Email Validation</a:t>
            </a:r>
            <a:r>
              <a:rPr lang="en-IN" sz="2000" dirty="0"/>
              <a:t> – Verify email addresses during user registration.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Phone Number Extraction</a:t>
            </a:r>
            <a:r>
              <a:rPr lang="en-IN" sz="2000" dirty="0"/>
              <a:t> – Identify and extract contact numbers from documents.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URL Detection</a:t>
            </a:r>
            <a:r>
              <a:rPr lang="en-IN" sz="2000" dirty="0"/>
              <a:t> – Recognize and retrieve website links from text.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Data Preprocessing</a:t>
            </a:r>
            <a:r>
              <a:rPr lang="en-IN" sz="2000" dirty="0"/>
              <a:t> – Clean and prepare text data for NLP and Machine Learning.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Web Scraping</a:t>
            </a:r>
            <a:r>
              <a:rPr lang="en-IN" sz="2000" dirty="0"/>
              <a:t> – Extract structured information from websites.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Log File Analysis</a:t>
            </a:r>
            <a:r>
              <a:rPr lang="en-IN" sz="2000" dirty="0"/>
              <a:t> – Search and </a:t>
            </a:r>
            <a:r>
              <a:rPr lang="en-IN" sz="2000" dirty="0" err="1"/>
              <a:t>analyze</a:t>
            </a:r>
            <a:r>
              <a:rPr lang="en-IN" sz="2000" dirty="0"/>
              <a:t> system or server logs.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Search Engines</a:t>
            </a:r>
            <a:r>
              <a:rPr lang="en-IN" sz="2000" dirty="0"/>
              <a:t> – Improve keyword searching and text filtering.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Chatbots and Information Retrieval</a:t>
            </a:r>
            <a:r>
              <a:rPr lang="en-IN" sz="2000" dirty="0"/>
              <a:t> – Identify patterns in user input for faster responses. </a:t>
            </a:r>
          </a:p>
          <a:p>
            <a:r>
              <a:rPr lang="en-IN" sz="2000" b="1" dirty="0"/>
              <a:t>Key Insights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Regex automates the extraction of structured information from unstructured text.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It reduces manual effort and minimizes human errors.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Efficient regex patterns improve the speed and accuracy of text processing.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Regex is an essential preprocessing technique in Natural Language Processing (NLP).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It is simple to implement and supported by most programming languages.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207876-99FA-B251-D758-C9C0BE7491C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5693" y="0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E40058-15E8-2673-D41B-7DD51984743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7915" y="74916"/>
            <a:ext cx="1348392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1DF434D-4114-29AB-9E02-0DABA31E5692}"/>
              </a:ext>
            </a:extLst>
          </p:cNvPr>
          <p:cNvSpPr txBox="1"/>
          <p:nvPr/>
        </p:nvSpPr>
        <p:spPr>
          <a:xfrm>
            <a:off x="1946787" y="440609"/>
            <a:ext cx="89866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IN" sz="3600" b="1" dirty="0"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553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4F266E-862A-0802-2A3F-971F8875D454}"/>
              </a:ext>
            </a:extLst>
          </p:cNvPr>
          <p:cNvSpPr txBox="1"/>
          <p:nvPr/>
        </p:nvSpPr>
        <p:spPr>
          <a:xfrm>
            <a:off x="411480" y="1778212"/>
            <a:ext cx="1147572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Advantages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Fast pattern matching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Easy to implement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Reduces manual work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Supports automation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Works across many programming languages </a:t>
            </a:r>
          </a:p>
          <a:p>
            <a:endParaRPr lang="en-IN" sz="2400" dirty="0"/>
          </a:p>
          <a:p>
            <a:r>
              <a:rPr lang="en-IN" sz="2400" b="1" dirty="0"/>
              <a:t>Conclusion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Regex is an essential NLP preprocessing tool.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It efficiently extracts structured information from text.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It improves the accuracy and speed of text-processing applications.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0DA8F0-E900-B6FF-F4D5-FC4ADA340C8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5693" y="0"/>
            <a:ext cx="1135117" cy="1342884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FAA714E-77CB-605A-705D-ACCCD71BFFA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7915" y="74916"/>
            <a:ext cx="1348392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81E67C-AFF1-5A09-7F95-03C28AD26B61}"/>
              </a:ext>
            </a:extLst>
          </p:cNvPr>
          <p:cNvSpPr txBox="1"/>
          <p:nvPr/>
        </p:nvSpPr>
        <p:spPr>
          <a:xfrm>
            <a:off x="3500284" y="48677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Conclusion</a:t>
            </a:r>
          </a:p>
        </p:txBody>
      </p:sp>
    </p:spTree>
    <p:extLst>
      <p:ext uri="{BB962C8B-B14F-4D97-AF65-F5344CB8AC3E}">
        <p14:creationId xmlns:p14="http://schemas.microsoft.com/office/powerpoint/2010/main" val="128336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4773A-E599-88B5-2369-C771F3838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FEA66B-4F83-230E-DF3B-6189C09E461D}"/>
              </a:ext>
            </a:extLst>
          </p:cNvPr>
          <p:cNvSpPr txBox="1"/>
          <p:nvPr/>
        </p:nvSpPr>
        <p:spPr>
          <a:xfrm>
            <a:off x="4127255" y="1514041"/>
            <a:ext cx="3573839" cy="2758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300"/>
              </a:spcAft>
              <a:buNone/>
            </a:pPr>
            <a:endParaRPr lang="en-US" sz="4400" b="1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C27327-F2C2-D1FA-738B-217570F55AE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5693" y="0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0473FB-CD27-B381-6590-3BE289467D6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7915" y="74916"/>
            <a:ext cx="1348392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3204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557</Words>
  <Application>Microsoft Office PowerPoint</Application>
  <PresentationFormat>Widescreen</PresentationFormat>
  <Paragraphs>70</Paragraphs>
  <Slides>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Times New Roman</vt:lpstr>
      <vt:lpstr>Wingdings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gunalan V</dc:creator>
  <cp:lastModifiedBy>gunalan V</cp:lastModifiedBy>
  <cp:revision>2</cp:revision>
  <dcterms:modified xsi:type="dcterms:W3CDTF">2026-07-15T05:34:55Z</dcterms:modified>
</cp:coreProperties>
</file>